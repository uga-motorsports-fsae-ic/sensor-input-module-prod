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25073dc6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525073dc6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25073d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25073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25073dc6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525073dc6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25073dc6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25073dc6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525073dc6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525073dc6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25073dc6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525073dc6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25073dc6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525073dc6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25073dc6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525073dc6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2a0855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52a0855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2a0855c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52a0855c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2a0855c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52a0855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2a0855c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52a0855c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2a0855c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2a0855c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2a0855c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52a0855c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2a0855c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52a0855c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2a0855c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52a0855c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2a0855c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52a0855c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52a0855c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52a0855c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2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7.jpg"/><Relationship Id="rId5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jpg"/><Relationship Id="rId4" Type="http://schemas.openxmlformats.org/officeDocument/2006/relationships/image" Target="../media/image32.png"/><Relationship Id="rId5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Powertrain Automation System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 Gudapati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activities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 on my FSAE team consisted of both hardware and software for the last three years.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Hardware design - </a:t>
            </a:r>
            <a:r>
              <a:rPr lang="en"/>
              <a:t>consisted</a:t>
            </a:r>
            <a:r>
              <a:rPr lang="en"/>
              <a:t> of PCB design and manufacturing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Designs and simulations done in Altium and KiCad, further validations done with LTSpice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Software design - All of our previous systems have used the STM32 family of microcontrollers.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Programmed initially using </a:t>
            </a:r>
            <a:r>
              <a:rPr lang="en"/>
              <a:t>Arduino IDE</a:t>
            </a:r>
            <a:r>
              <a:rPr lang="en"/>
              <a:t>, and later STM32Cube toolchain. (C, C++)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125" y="3240625"/>
            <a:ext cx="1415800" cy="140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137" y="3682649"/>
            <a:ext cx="1415818" cy="11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0102" y="3417252"/>
            <a:ext cx="1083876" cy="8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uit board with white text&#10;&#10;AI-generated content may be incorrect." id="96" name="Google Shape;9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6600" y="3417250"/>
            <a:ext cx="1826320" cy="1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651624" y="3506799"/>
            <a:ext cx="8679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26425" spcFirstLastPara="1" rIns="26425" wrap="square" tIns="2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5"/>
              <a:t>  </a:t>
            </a:r>
            <a:endParaRPr sz="40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Powertrain Automation System - Overview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Our past cars used manual controls to actuate driver inputs.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 our 2025 model car had manual </a:t>
            </a:r>
            <a:r>
              <a:rPr lang="en"/>
              <a:t>mechanical</a:t>
            </a:r>
            <a:r>
              <a:rPr lang="en"/>
              <a:t> throttle, manual lever-actuated clutch, and lever actuated shifter.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results in significant driver fatigue, and reliance on driver training to optimally drive the car.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Our goal for this year - introduce hardware/software automation of these systems for increased driving performance. </a:t>
            </a:r>
            <a:endParaRPr b="1"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650" y="3124500"/>
            <a:ext cx="2527700" cy="19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625" y="3376238"/>
            <a:ext cx="2729712" cy="14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3589120" y="3421733"/>
            <a:ext cx="8955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300" lIns="27300" spcFirstLastPara="1" rIns="27300" wrap="square" tIns="2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8"/>
              <a:t>  </a:t>
            </a:r>
            <a:endParaRPr sz="41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system goals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Two main features were automated with a newly introduced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Transmission shifting and actuation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Throttle body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System designed to be as easily repairable as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Tasks should be split up and modularized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One task = one module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Modules </a:t>
            </a:r>
            <a:r>
              <a:rPr lang="en"/>
              <a:t>should</a:t>
            </a:r>
            <a:r>
              <a:rPr lang="en"/>
              <a:t> be adaptable to work with existing systems on car.</a:t>
            </a:r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425" y="3236700"/>
            <a:ext cx="1794801" cy="16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6457846" y="2396421"/>
            <a:ext cx="1430100" cy="14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43575" spcFirstLastPara="1" rIns="43575" wrap="square" tIns="4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7"/>
              <a:t>  </a:t>
            </a:r>
            <a:endParaRPr sz="667"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6225" y="2322588"/>
            <a:ext cx="2346523" cy="172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3845650" y="2988075"/>
            <a:ext cx="10068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75" lIns="30675" spcFirstLastPara="1" rIns="30675" wrap="square" tIns="3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"/>
              <a:t>  </a:t>
            </a:r>
            <a:endParaRPr sz="4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components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311700" y="1229875"/>
            <a:ext cx="4918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major modules - 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Sensor Input Module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Converts analog sensor inputs into </a:t>
            </a:r>
            <a:r>
              <a:rPr lang="en"/>
              <a:t>digital</a:t>
            </a:r>
            <a:r>
              <a:rPr lang="en"/>
              <a:t> data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Throttle and Transmission Controller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Actuates transmission solenoids and throttle body flap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Non-Programmable Safety Device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Monitors analog sensors to maintain safety.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Separation of concerns - having many separate modules allows each individual module to be more simple, and thus easier to implement and debug.</a:t>
            </a:r>
            <a:endParaRPr/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650" y="3310900"/>
            <a:ext cx="2437080" cy="10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6435843" y="3009018"/>
            <a:ext cx="7995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75" lIns="24375" spcFirstLastPara="1" rIns="24375" wrap="square" tIns="2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3"/>
              <a:t>  </a:t>
            </a:r>
            <a:endParaRPr sz="373"/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925" y="1437475"/>
            <a:ext cx="1260135" cy="15715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7224075" y="843950"/>
            <a:ext cx="1167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75" lIns="35575" spcFirstLastPara="1" rIns="35575" wrap="square" tIns="3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5"/>
              <a:t>  </a:t>
            </a:r>
            <a:endParaRPr sz="545"/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0550" y="410000"/>
            <a:ext cx="1560175" cy="14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6346362" y="220812"/>
            <a:ext cx="10233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200" lIns="31200" spcFirstLastPara="1" rIns="31200" wrap="square" tIns="31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8"/>
              <a:t>  </a:t>
            </a:r>
            <a:endParaRPr sz="47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input module - hardware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311700" y="1229875"/>
            <a:ext cx="4413000" cy="3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Utilizes the Stm32C0 microcontroller.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Integrates three analog-to-digital conversion chips.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Integrated CAN </a:t>
            </a:r>
            <a:r>
              <a:rPr lang="en"/>
              <a:t>transceiver</a:t>
            </a:r>
            <a:r>
              <a:rPr lang="en"/>
              <a:t> chip for external communication.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Makes use of internal CAN peripheral of the stm32.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Supports 24 analog inputs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</a:t>
            </a:r>
            <a:r>
              <a:rPr lang="en"/>
              <a:t>Schmitt</a:t>
            </a:r>
            <a:r>
              <a:rPr lang="en"/>
              <a:t>-trigger input chip to measure pulsing input sensors.</a:t>
            </a:r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300" y="3053550"/>
            <a:ext cx="4158899" cy="198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4700" y="1327700"/>
            <a:ext cx="1560175" cy="14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1450" y="206825"/>
            <a:ext cx="1026275" cy="25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Input Module - Software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311700" y="902250"/>
            <a:ext cx="3702300" cy="3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the stm32cube toolchain.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Bare metal loop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only one loop where all sensors are read, processed, and then sent out over the CANbus.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timer interrupts to time and process CANbus message sending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minimal processing happens on this module, designed to send out raw analog data points only.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675" y="898075"/>
            <a:ext cx="4825200" cy="3792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Throttle and Transmission Controller - hardware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Uses the same STM32c0 microcontroller as the Sensor Input Module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Receives all sensor data from throttle and transmission via CANbus.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 Relays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Two relays for upshift/downshift solenoids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One relay toggling throttle power.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One relay toggling car main power.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 PWM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Used to control brushed motor of throttle body</a:t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875" y="1171725"/>
            <a:ext cx="2337300" cy="33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6300" y="1171725"/>
            <a:ext cx="1924926" cy="203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8450" y="3364500"/>
            <a:ext cx="1260135" cy="157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180650" y="410000"/>
            <a:ext cx="8925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Throttle and Transmission Controller - Software Overview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11700" y="1229875"/>
            <a:ext cx="8605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same stm32 cube toolchain as the sensor input module.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Programmed on top of FreeRTOS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Each task got its own thread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Implausibility checking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 safety-critical sensors are periodically checked to ensure that car systems are 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 debug output for easy monitoring during repair.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062" y="3220900"/>
            <a:ext cx="6739874" cy="13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Throttle and Transmission Controller - PID control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311700" y="1229875"/>
            <a:ext cx="4397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Using Bosch throttle body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Brushed DC motor, controlled by external H-Bridge motor controller.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Includes dual throttle position sensors, connected to the Sensor Input Module.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PID control - Proportion, Integral, Derivative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Mathematical process to control a system through sensor feedback.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Throttle body flap position monitored via position sensors on the throttle, motor power changed accordingly to actuate flap to target position.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Constants are tunable to allow for optimally fast throttle actuation.</a:t>
            </a:r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000" y="1273050"/>
            <a:ext cx="4226975" cy="1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000" y="1590450"/>
            <a:ext cx="4127925" cy="4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000" y="2163775"/>
            <a:ext cx="4127925" cy="29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2000" y="2808900"/>
            <a:ext cx="3740925" cy="1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2000" y="3308100"/>
            <a:ext cx="28194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7725" y="3771425"/>
            <a:ext cx="1183283" cy="92739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5215203" y="3798904"/>
            <a:ext cx="5409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500" lIns="16500" spcFirstLastPara="1" rIns="16500" wrap="square" tIns="1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2"/>
              <a:t>  </a:t>
            </a:r>
            <a:endParaRPr sz="252"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78475" y="3048388"/>
            <a:ext cx="1006773" cy="8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7818799" y="2920574"/>
            <a:ext cx="1381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00" lIns="42100" spcFirstLastPara="1" rIns="42100" wrap="square" tIns="4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5"/>
              <a:t>  </a:t>
            </a:r>
            <a:endParaRPr sz="64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Throttle and Transmission controller - safety checks</a:t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311700" y="1229875"/>
            <a:ext cx="8640300" cy="3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Three rules-required safety checks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CANbus communication failure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Controller fails to </a:t>
            </a:r>
            <a:r>
              <a:rPr lang="en"/>
              <a:t>receive</a:t>
            </a:r>
            <a:r>
              <a:rPr lang="en"/>
              <a:t> data from Sensor Input Module for a long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corruption failure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Received data is not plausible / dual sensors do not agree with </a:t>
            </a:r>
            <a:r>
              <a:rPr lang="en"/>
              <a:t>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Throttle actuation failure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Throttle is detected to not be opening/closing to the intended position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Monitors gas pedal, brake pedal, and throttle position to ensure all are in working order.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Throttle and Transmission Controller - safety checks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9" cy="169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22446"/>
            <a:ext cx="7104653" cy="196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onstants.h file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311700" y="1229875"/>
            <a:ext cx="3789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 </a:t>
            </a:r>
            <a:r>
              <a:rPr lang="en"/>
              <a:t>numeric</a:t>
            </a:r>
            <a:r>
              <a:rPr lang="en"/>
              <a:t> </a:t>
            </a:r>
            <a:r>
              <a:rPr b="1" lang="en"/>
              <a:t>literals</a:t>
            </a:r>
            <a:r>
              <a:rPr lang="en"/>
              <a:t> were used in the writing of the logical code.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All possible values are defined in a separate file, easily listed to be changed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Useful for quick updates and recompilation </a:t>
            </a:r>
            <a:r>
              <a:rPr lang="en"/>
              <a:t>without affecting main code body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Included commonly used mapping functions.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LINEAR - used for mapping raw sensor values to percentages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QUADRATIC - used to map gas pedal position to throttle position</a:t>
            </a:r>
            <a:endParaRPr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250" y="1319225"/>
            <a:ext cx="5082826" cy="9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313" y="2381075"/>
            <a:ext cx="2452700" cy="21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Non-Programmable Safety Device</a:t>
            </a:r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311700" y="1229875"/>
            <a:ext cx="4976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standalone non-programmable circuit that is used to monitor raw analog values from sensors, and determine if the car is in a safe state to drive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Monitors throttle position sensors and brake pedal sensors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the throttle is detected to be open, and brake pedal is pressed for more than one second, the car must shut off.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Required by FSAE handbook rules to be separate.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Required to have method of directly shutting off main car power.</a:t>
            </a:r>
            <a:endParaRPr/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775" y="318775"/>
            <a:ext cx="2437080" cy="10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/>
        </p:nvSpPr>
        <p:spPr>
          <a:xfrm>
            <a:off x="5896389" y="2365914"/>
            <a:ext cx="12567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300" lIns="38300" spcFirstLastPara="1" rIns="38300" wrap="square" tIns="3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6"/>
              <a:t>  </a:t>
            </a:r>
            <a:endParaRPr sz="586"/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675" y="2774152"/>
            <a:ext cx="3323824" cy="155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1025" y="1418000"/>
            <a:ext cx="2901700" cy="13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Placement with rest of car’s systems</a:t>
            </a:r>
            <a:endParaRPr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modules (and overall system) are not in isolation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Must work in cooperation with existing systems on the car.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CANbus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 systems are tied together via CANbus, to allow for joint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 possible sensor / car metrics data are sent over the CANbus, for any module to read and use.</a:t>
            </a:r>
            <a:endParaRPr/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326175" y="3070826"/>
            <a:ext cx="1371773" cy="139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13931" l="12728" r="7169" t="17982"/>
          <a:stretch/>
        </p:blipFill>
        <p:spPr>
          <a:xfrm>
            <a:off x="3256925" y="3116412"/>
            <a:ext cx="1536300" cy="13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8275" y="3116413"/>
            <a:ext cx="1199454" cy="130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/>
        </p:nvSpPr>
        <p:spPr>
          <a:xfrm>
            <a:off x="4972158" y="2498708"/>
            <a:ext cx="9756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725" lIns="29725" spcFirstLastPara="1" rIns="29725" wrap="square" tIns="2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5"/>
              <a:t>  </a:t>
            </a:r>
            <a:endParaRPr sz="45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protocols</a:t>
            </a:r>
            <a:endParaRPr/>
          </a:p>
        </p:txBody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311700" y="1229875"/>
            <a:ext cx="4305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System must communicate with the engine control unit for critical engine data.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Engine</a:t>
            </a:r>
            <a:r>
              <a:rPr lang="en"/>
              <a:t> speed, coolant temperature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Shift cut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Canbus is used to send ignition cancellation command to the engine control unit, to allow transmission to shift.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Call-and-Response system with dashboard wheel.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For paddle shift buttons over CANbus, an acknowledgement system is used to send transmission shift signals to the Transmission controller.</a:t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0" y="1492869"/>
            <a:ext cx="4305000" cy="101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/>
          <p:cNvPicPr preferRelativeResize="0"/>
          <p:nvPr/>
        </p:nvPicPr>
        <p:blipFill rotWithShape="1">
          <a:blip r:embed="rId4">
            <a:alphaModFix/>
          </a:blip>
          <a:srcRect b="13931" l="12728" r="7169" t="17982"/>
          <a:stretch/>
        </p:blipFill>
        <p:spPr>
          <a:xfrm>
            <a:off x="5031325" y="2983837"/>
            <a:ext cx="1536300" cy="130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Whole system was built over the course of one school year.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First semester - designing schematics and circuit boards.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Included </a:t>
            </a:r>
            <a:r>
              <a:rPr lang="en"/>
              <a:t>designing</a:t>
            </a:r>
            <a:r>
              <a:rPr lang="en"/>
              <a:t> the overall architecture, and choosing </a:t>
            </a:r>
            <a:r>
              <a:rPr lang="en"/>
              <a:t>necessary</a:t>
            </a:r>
            <a:r>
              <a:rPr lang="en"/>
              <a:t> components.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Second semester - assembly and software implementation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Mainly consisted of iterating through code revisions (March - May)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Main points of interest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Tuning feedback constants to allow for accurate throttle control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Setting proper automatic delays for smooth upshift and downshift.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Ensuring all safety checks pass FSAE rules as intended, in both the Throttle controller and the non-programmable safety device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Software often takes much longer than expected to develop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two-month timeline was very short for the amount of new systems we introduced into our car.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not </a:t>
            </a:r>
            <a:r>
              <a:rPr lang="en"/>
              <a:t>always</a:t>
            </a:r>
            <a:r>
              <a:rPr lang="en"/>
              <a:t> reasonably predict what issues you run into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embedded systems, possible issues are two-fold: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Hardware - many issues initially with the wiring of our car, particularly the CANbus network wiring.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Software - difficult to debug software without tools of convenience (JTAG, STLINK, etc.)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311700" y="984075"/>
            <a:ext cx="8520600" cy="3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Results from FSAE event this year - placed roughly in the same spot.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While our system was promising, there were many hardware issues that prevented us from seeing the full benefit of our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During the endurance event at the competition, much of our system was disabled on purpose.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Results from work shortly after competition - much more promising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Multiple testing days took place over the last 2 months, with better results: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Reliable upshift and downshifting, without lurching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Automatic engine idle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Ability to monitor system via Bluetooth.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systems working more reliably, driver fatigue and car performance has increased.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Particularly for accel, automatic shifting allows for continuous high power output.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Reduced driver fatigue during long driving events.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Simulated 28th placement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